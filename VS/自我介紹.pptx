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6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3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A2EDF9-C4BE-42EA-945E-0E45577BF0FC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3A6B2787-109D-4A43-A975-911A044998A3}">
      <dgm:prSet phldrT="[文字]"/>
      <dgm:spPr/>
      <dgm:t>
        <a:bodyPr/>
        <a:lstStyle/>
        <a:p>
          <a:r>
            <a:rPr lang="en-US" altLang="zh-TW" dirty="0"/>
            <a:t>3D</a:t>
          </a:r>
          <a:r>
            <a:rPr lang="zh-TW" altLang="en-US" dirty="0"/>
            <a:t>區</a:t>
          </a:r>
        </a:p>
      </dgm:t>
    </dgm:pt>
    <dgm:pt modelId="{967A0D1E-6A52-493F-9859-EC1295F7BF5A}" type="parTrans" cxnId="{3D5EF4E7-7D7A-47FC-ADA0-C1E6CB1D6B87}">
      <dgm:prSet/>
      <dgm:spPr/>
      <dgm:t>
        <a:bodyPr/>
        <a:lstStyle/>
        <a:p>
          <a:endParaRPr lang="zh-TW" altLang="en-US"/>
        </a:p>
      </dgm:t>
    </dgm:pt>
    <dgm:pt modelId="{3086C8C6-2FFC-4327-9A49-FA04774CE60B}" type="sibTrans" cxnId="{3D5EF4E7-7D7A-47FC-ADA0-C1E6CB1D6B87}">
      <dgm:prSet/>
      <dgm:spPr/>
      <dgm:t>
        <a:bodyPr/>
        <a:lstStyle/>
        <a:p>
          <a:endParaRPr lang="zh-TW" altLang="en-US"/>
        </a:p>
      </dgm:t>
    </dgm:pt>
    <dgm:pt modelId="{13BDF383-7925-4A62-A8CF-C935E242BBA8}">
      <dgm:prSet phldrT="[文字]"/>
      <dgm:spPr/>
      <dgm:t>
        <a:bodyPr/>
        <a:lstStyle/>
        <a:p>
          <a:r>
            <a:rPr lang="en-US" altLang="zh-TW" dirty="0"/>
            <a:t>Maya</a:t>
          </a:r>
          <a:r>
            <a:rPr lang="zh-TW" altLang="en-US" dirty="0"/>
            <a:t>，</a:t>
          </a:r>
          <a:r>
            <a:rPr lang="en-US" altLang="zh-TW" dirty="0"/>
            <a:t>blander</a:t>
          </a:r>
          <a:endParaRPr lang="zh-TW" altLang="en-US" dirty="0"/>
        </a:p>
      </dgm:t>
    </dgm:pt>
    <dgm:pt modelId="{E848FE74-CBCA-4927-87AD-0E3BED46E35A}" type="parTrans" cxnId="{6CC920F3-C3F9-405A-976F-0B2819EF2980}">
      <dgm:prSet/>
      <dgm:spPr/>
      <dgm:t>
        <a:bodyPr/>
        <a:lstStyle/>
        <a:p>
          <a:endParaRPr lang="zh-TW" altLang="en-US"/>
        </a:p>
      </dgm:t>
    </dgm:pt>
    <dgm:pt modelId="{118C3208-01DE-407E-B42B-68AFFE93377A}" type="sibTrans" cxnId="{6CC920F3-C3F9-405A-976F-0B2819EF2980}">
      <dgm:prSet/>
      <dgm:spPr/>
      <dgm:t>
        <a:bodyPr/>
        <a:lstStyle/>
        <a:p>
          <a:endParaRPr lang="zh-TW" altLang="en-US"/>
        </a:p>
      </dgm:t>
    </dgm:pt>
    <dgm:pt modelId="{14529B8B-91E9-4A9D-B057-C03CA7BACDDF}">
      <dgm:prSet phldrT="[文字]"/>
      <dgm:spPr/>
      <dgm:t>
        <a:bodyPr/>
        <a:lstStyle/>
        <a:p>
          <a:r>
            <a:rPr lang="zh-TW" altLang="en-US" dirty="0"/>
            <a:t>修圖或者影片</a:t>
          </a:r>
        </a:p>
      </dgm:t>
    </dgm:pt>
    <dgm:pt modelId="{DB4643EC-BC9D-4D31-AA4B-4F51CDF7AE42}" type="parTrans" cxnId="{3824E404-57DA-40D3-BAA9-1AB1D589A2E6}">
      <dgm:prSet/>
      <dgm:spPr/>
      <dgm:t>
        <a:bodyPr/>
        <a:lstStyle/>
        <a:p>
          <a:endParaRPr lang="zh-TW" altLang="en-US"/>
        </a:p>
      </dgm:t>
    </dgm:pt>
    <dgm:pt modelId="{1B6039DB-5217-4792-AB1B-D3084E487F90}" type="sibTrans" cxnId="{3824E404-57DA-40D3-BAA9-1AB1D589A2E6}">
      <dgm:prSet/>
      <dgm:spPr/>
      <dgm:t>
        <a:bodyPr/>
        <a:lstStyle/>
        <a:p>
          <a:endParaRPr lang="zh-TW" altLang="en-US"/>
        </a:p>
      </dgm:t>
    </dgm:pt>
    <dgm:pt modelId="{04C6E54C-84D6-42B6-8CAE-4108D613BF2C}">
      <dgm:prSet phldrT="[文字]"/>
      <dgm:spPr/>
      <dgm:t>
        <a:bodyPr/>
        <a:lstStyle/>
        <a:p>
          <a:r>
            <a:rPr lang="en-US" altLang="zh-TW" dirty="0"/>
            <a:t>Adobe </a:t>
          </a:r>
          <a:r>
            <a:rPr lang="en-US" altLang="zh-TW" dirty="0" err="1"/>
            <a:t>ps</a:t>
          </a:r>
          <a:r>
            <a:rPr lang="zh-TW" altLang="en-US" dirty="0"/>
            <a:t>、</a:t>
          </a:r>
          <a:r>
            <a:rPr lang="en-US" altLang="zh-TW" dirty="0"/>
            <a:t>ai</a:t>
          </a:r>
        </a:p>
        <a:p>
          <a:r>
            <a:rPr lang="zh-TW" altLang="en-US" dirty="0"/>
            <a:t>、</a:t>
          </a:r>
          <a:r>
            <a:rPr lang="en-US" altLang="zh-TW" dirty="0"/>
            <a:t>ae</a:t>
          </a:r>
          <a:endParaRPr lang="zh-TW" altLang="en-US" dirty="0"/>
        </a:p>
      </dgm:t>
    </dgm:pt>
    <dgm:pt modelId="{400467E5-D3F6-4591-8B6F-5BB0E62CE777}" type="parTrans" cxnId="{F7FF5AFF-B100-4DFC-9470-6B87C3565517}">
      <dgm:prSet/>
      <dgm:spPr/>
      <dgm:t>
        <a:bodyPr/>
        <a:lstStyle/>
        <a:p>
          <a:endParaRPr lang="zh-TW" altLang="en-US"/>
        </a:p>
      </dgm:t>
    </dgm:pt>
    <dgm:pt modelId="{71F952DB-E820-4302-87AC-A5343C004850}" type="sibTrans" cxnId="{F7FF5AFF-B100-4DFC-9470-6B87C3565517}">
      <dgm:prSet/>
      <dgm:spPr/>
      <dgm:t>
        <a:bodyPr/>
        <a:lstStyle/>
        <a:p>
          <a:endParaRPr lang="zh-TW" altLang="en-US"/>
        </a:p>
      </dgm:t>
    </dgm:pt>
    <dgm:pt modelId="{4E1813F2-62EC-4490-BE29-8B2FEC53B9F1}">
      <dgm:prSet/>
      <dgm:spPr/>
      <dgm:t>
        <a:bodyPr/>
        <a:lstStyle/>
        <a:p>
          <a:r>
            <a:rPr lang="zh-TW" altLang="en-US" dirty="0"/>
            <a:t>習慣用的軟體</a:t>
          </a:r>
        </a:p>
      </dgm:t>
    </dgm:pt>
    <dgm:pt modelId="{2D270B63-2505-4BF1-B7EB-4E8C279EC367}" type="parTrans" cxnId="{DD55C4BB-BC82-4A2E-83DA-F3E0D938376F}">
      <dgm:prSet/>
      <dgm:spPr/>
      <dgm:t>
        <a:bodyPr/>
        <a:lstStyle/>
        <a:p>
          <a:endParaRPr lang="zh-TW" altLang="en-US"/>
        </a:p>
      </dgm:t>
    </dgm:pt>
    <dgm:pt modelId="{A92789BC-CFEA-4647-BEC6-43DFBB9D77F5}" type="sibTrans" cxnId="{DD55C4BB-BC82-4A2E-83DA-F3E0D938376F}">
      <dgm:prSet/>
      <dgm:spPr/>
      <dgm:t>
        <a:bodyPr/>
        <a:lstStyle/>
        <a:p>
          <a:endParaRPr lang="zh-TW" altLang="en-US"/>
        </a:p>
      </dgm:t>
    </dgm:pt>
    <dgm:pt modelId="{1C0ADFA6-18C4-41AD-B8AD-46963E3E882F}">
      <dgm:prSet/>
      <dgm:spPr/>
      <dgm:t>
        <a:bodyPr/>
        <a:lstStyle/>
        <a:p>
          <a:r>
            <a:rPr lang="zh-TW" altLang="en-US" dirty="0"/>
            <a:t>作品集</a:t>
          </a:r>
        </a:p>
      </dgm:t>
    </dgm:pt>
    <dgm:pt modelId="{E6BA2376-7A4A-4A4E-BCA9-1B04C2CBD2F6}" type="parTrans" cxnId="{3CFBA59E-2A5C-4F92-A677-412D864542B0}">
      <dgm:prSet/>
      <dgm:spPr/>
      <dgm:t>
        <a:bodyPr/>
        <a:lstStyle/>
        <a:p>
          <a:endParaRPr lang="zh-TW" altLang="en-US"/>
        </a:p>
      </dgm:t>
    </dgm:pt>
    <dgm:pt modelId="{770772C1-BF8A-4A8D-9E49-C325481E3D38}" type="sibTrans" cxnId="{3CFBA59E-2A5C-4F92-A677-412D864542B0}">
      <dgm:prSet/>
      <dgm:spPr/>
      <dgm:t>
        <a:bodyPr/>
        <a:lstStyle/>
        <a:p>
          <a:endParaRPr lang="zh-TW" altLang="en-US"/>
        </a:p>
      </dgm:t>
    </dgm:pt>
    <dgm:pt modelId="{F267BAEF-4CF4-4603-AD66-9EE9BAE4468F}">
      <dgm:prSet phldrT="[文字]"/>
      <dgm:spPr/>
      <dgm:t>
        <a:bodyPr/>
        <a:lstStyle/>
        <a:p>
          <a:pPr algn="ctr"/>
          <a:r>
            <a:rPr lang="zh-TW" altLang="en-US" dirty="0"/>
            <a:t>自我介紹</a:t>
          </a:r>
        </a:p>
      </dgm:t>
    </dgm:pt>
    <dgm:pt modelId="{2E2BBB9F-5170-432C-8CF3-B9D70FDEB5A5}" type="sibTrans" cxnId="{9FD0C641-4A9A-4230-938E-1AC9BA2FE4F0}">
      <dgm:prSet/>
      <dgm:spPr/>
      <dgm:t>
        <a:bodyPr/>
        <a:lstStyle/>
        <a:p>
          <a:endParaRPr lang="zh-TW" altLang="en-US"/>
        </a:p>
      </dgm:t>
    </dgm:pt>
    <dgm:pt modelId="{47E0423B-DAB1-43D7-B7F7-632EC0FFE9AB}" type="parTrans" cxnId="{9FD0C641-4A9A-4230-938E-1AC9BA2FE4F0}">
      <dgm:prSet/>
      <dgm:spPr/>
      <dgm:t>
        <a:bodyPr/>
        <a:lstStyle/>
        <a:p>
          <a:endParaRPr lang="zh-TW" altLang="en-US"/>
        </a:p>
      </dgm:t>
    </dgm:pt>
    <dgm:pt modelId="{AD481C6E-A5C3-4E09-803F-FF17518F828D}" type="pres">
      <dgm:prSet presAssocID="{40A2EDF9-C4BE-42EA-945E-0E45577BF0F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5F962CF-1E4C-4B93-BC13-B3A110316386}" type="pres">
      <dgm:prSet presAssocID="{F267BAEF-4CF4-4603-AD66-9EE9BAE4468F}" presName="root1" presStyleCnt="0"/>
      <dgm:spPr/>
    </dgm:pt>
    <dgm:pt modelId="{574E7B81-EBB1-4D3F-B906-689C616DC51C}" type="pres">
      <dgm:prSet presAssocID="{F267BAEF-4CF4-4603-AD66-9EE9BAE4468F}" presName="LevelOneTextNode" presStyleLbl="node0" presStyleIdx="0" presStyleCnt="1">
        <dgm:presLayoutVars>
          <dgm:chPref val="3"/>
        </dgm:presLayoutVars>
      </dgm:prSet>
      <dgm:spPr/>
    </dgm:pt>
    <dgm:pt modelId="{5B6A2033-D307-4953-B11F-588F746DC7B6}" type="pres">
      <dgm:prSet presAssocID="{F267BAEF-4CF4-4603-AD66-9EE9BAE4468F}" presName="level2hierChild" presStyleCnt="0"/>
      <dgm:spPr/>
    </dgm:pt>
    <dgm:pt modelId="{C5669E2B-8131-48CA-AAFA-F46FC322662D}" type="pres">
      <dgm:prSet presAssocID="{2D270B63-2505-4BF1-B7EB-4E8C279EC367}" presName="conn2-1" presStyleLbl="parChTrans1D2" presStyleIdx="0" presStyleCnt="3"/>
      <dgm:spPr/>
    </dgm:pt>
    <dgm:pt modelId="{F634C5AC-95E1-4922-8E5A-6AB1DD6540A4}" type="pres">
      <dgm:prSet presAssocID="{2D270B63-2505-4BF1-B7EB-4E8C279EC367}" presName="connTx" presStyleLbl="parChTrans1D2" presStyleIdx="0" presStyleCnt="3"/>
      <dgm:spPr/>
    </dgm:pt>
    <dgm:pt modelId="{52EAFF02-4F46-467F-9395-E3F83E95483B}" type="pres">
      <dgm:prSet presAssocID="{4E1813F2-62EC-4490-BE29-8B2FEC53B9F1}" presName="root2" presStyleCnt="0"/>
      <dgm:spPr/>
    </dgm:pt>
    <dgm:pt modelId="{B9892779-6294-4E0A-A377-C049540707B8}" type="pres">
      <dgm:prSet presAssocID="{4E1813F2-62EC-4490-BE29-8B2FEC53B9F1}" presName="LevelTwoTextNode" presStyleLbl="node2" presStyleIdx="0" presStyleCnt="3">
        <dgm:presLayoutVars>
          <dgm:chPref val="3"/>
        </dgm:presLayoutVars>
      </dgm:prSet>
      <dgm:spPr/>
    </dgm:pt>
    <dgm:pt modelId="{546854ED-357C-4E92-8325-42A9D0B03B44}" type="pres">
      <dgm:prSet presAssocID="{4E1813F2-62EC-4490-BE29-8B2FEC53B9F1}" presName="level3hierChild" presStyleCnt="0"/>
      <dgm:spPr/>
    </dgm:pt>
    <dgm:pt modelId="{015F6163-1962-40DE-B1C2-9673EFFF0466}" type="pres">
      <dgm:prSet presAssocID="{967A0D1E-6A52-493F-9859-EC1295F7BF5A}" presName="conn2-1" presStyleLbl="parChTrans1D2" presStyleIdx="1" presStyleCnt="3"/>
      <dgm:spPr/>
    </dgm:pt>
    <dgm:pt modelId="{671C6C03-6B35-4D0A-9D29-5BE86BEE1487}" type="pres">
      <dgm:prSet presAssocID="{967A0D1E-6A52-493F-9859-EC1295F7BF5A}" presName="connTx" presStyleLbl="parChTrans1D2" presStyleIdx="1" presStyleCnt="3"/>
      <dgm:spPr/>
    </dgm:pt>
    <dgm:pt modelId="{A89E7409-7175-492A-A778-DB5B966F286C}" type="pres">
      <dgm:prSet presAssocID="{3A6B2787-109D-4A43-A975-911A044998A3}" presName="root2" presStyleCnt="0"/>
      <dgm:spPr/>
    </dgm:pt>
    <dgm:pt modelId="{FAF29FC6-D98B-43FC-A661-3D459D97AE71}" type="pres">
      <dgm:prSet presAssocID="{3A6B2787-109D-4A43-A975-911A044998A3}" presName="LevelTwoTextNode" presStyleLbl="node2" presStyleIdx="1" presStyleCnt="3">
        <dgm:presLayoutVars>
          <dgm:chPref val="3"/>
        </dgm:presLayoutVars>
      </dgm:prSet>
      <dgm:spPr/>
    </dgm:pt>
    <dgm:pt modelId="{389ADB5E-58C0-474C-89D3-349D77AF444D}" type="pres">
      <dgm:prSet presAssocID="{3A6B2787-109D-4A43-A975-911A044998A3}" presName="level3hierChild" presStyleCnt="0"/>
      <dgm:spPr/>
    </dgm:pt>
    <dgm:pt modelId="{E305B146-A0A3-4E24-90BA-B75B060C428D}" type="pres">
      <dgm:prSet presAssocID="{E848FE74-CBCA-4927-87AD-0E3BED46E35A}" presName="conn2-1" presStyleLbl="parChTrans1D3" presStyleIdx="0" presStyleCnt="2"/>
      <dgm:spPr/>
    </dgm:pt>
    <dgm:pt modelId="{8E89286E-E403-487F-A47D-2416BBFB50B6}" type="pres">
      <dgm:prSet presAssocID="{E848FE74-CBCA-4927-87AD-0E3BED46E35A}" presName="connTx" presStyleLbl="parChTrans1D3" presStyleIdx="0" presStyleCnt="2"/>
      <dgm:spPr/>
    </dgm:pt>
    <dgm:pt modelId="{7D023A3A-D627-4526-BC60-3E20B1D8CE4B}" type="pres">
      <dgm:prSet presAssocID="{13BDF383-7925-4A62-A8CF-C935E242BBA8}" presName="root2" presStyleCnt="0"/>
      <dgm:spPr/>
    </dgm:pt>
    <dgm:pt modelId="{DFCF4A94-99A7-4E4D-9DAD-8E09AB7480CA}" type="pres">
      <dgm:prSet presAssocID="{13BDF383-7925-4A62-A8CF-C935E242BBA8}" presName="LevelTwoTextNode" presStyleLbl="node3" presStyleIdx="0" presStyleCnt="2">
        <dgm:presLayoutVars>
          <dgm:chPref val="3"/>
        </dgm:presLayoutVars>
      </dgm:prSet>
      <dgm:spPr/>
    </dgm:pt>
    <dgm:pt modelId="{BAA9F208-EE65-4D11-B037-F6CB681273CA}" type="pres">
      <dgm:prSet presAssocID="{13BDF383-7925-4A62-A8CF-C935E242BBA8}" presName="level3hierChild" presStyleCnt="0"/>
      <dgm:spPr/>
    </dgm:pt>
    <dgm:pt modelId="{189A3AC1-F829-4111-8CE5-983D6C065EAE}" type="pres">
      <dgm:prSet presAssocID="{E6BA2376-7A4A-4A4E-BCA9-1B04C2CBD2F6}" presName="conn2-1" presStyleLbl="parChTrans1D4" presStyleIdx="0" presStyleCnt="1"/>
      <dgm:spPr/>
    </dgm:pt>
    <dgm:pt modelId="{42108A43-97A2-4815-BABC-1C160734EA0D}" type="pres">
      <dgm:prSet presAssocID="{E6BA2376-7A4A-4A4E-BCA9-1B04C2CBD2F6}" presName="connTx" presStyleLbl="parChTrans1D4" presStyleIdx="0" presStyleCnt="1"/>
      <dgm:spPr/>
    </dgm:pt>
    <dgm:pt modelId="{AAE51B33-44A6-4B3C-9D2E-BBE2333D0BE0}" type="pres">
      <dgm:prSet presAssocID="{1C0ADFA6-18C4-41AD-B8AD-46963E3E882F}" presName="root2" presStyleCnt="0"/>
      <dgm:spPr/>
    </dgm:pt>
    <dgm:pt modelId="{481D4D39-6891-4857-A3C3-10D49502686F}" type="pres">
      <dgm:prSet presAssocID="{1C0ADFA6-18C4-41AD-B8AD-46963E3E882F}" presName="LevelTwoTextNode" presStyleLbl="node4" presStyleIdx="0" presStyleCnt="1">
        <dgm:presLayoutVars>
          <dgm:chPref val="3"/>
        </dgm:presLayoutVars>
      </dgm:prSet>
      <dgm:spPr/>
    </dgm:pt>
    <dgm:pt modelId="{813438EE-5BF4-497F-929F-2902A689348E}" type="pres">
      <dgm:prSet presAssocID="{1C0ADFA6-18C4-41AD-B8AD-46963E3E882F}" presName="level3hierChild" presStyleCnt="0"/>
      <dgm:spPr/>
    </dgm:pt>
    <dgm:pt modelId="{2D2649BC-0317-48E1-9E7C-EB2944C244CD}" type="pres">
      <dgm:prSet presAssocID="{DB4643EC-BC9D-4D31-AA4B-4F51CDF7AE42}" presName="conn2-1" presStyleLbl="parChTrans1D2" presStyleIdx="2" presStyleCnt="3"/>
      <dgm:spPr/>
    </dgm:pt>
    <dgm:pt modelId="{55837A74-DBBB-48DA-96B4-F0181DE7CF7E}" type="pres">
      <dgm:prSet presAssocID="{DB4643EC-BC9D-4D31-AA4B-4F51CDF7AE42}" presName="connTx" presStyleLbl="parChTrans1D2" presStyleIdx="2" presStyleCnt="3"/>
      <dgm:spPr/>
    </dgm:pt>
    <dgm:pt modelId="{D03B1BCC-2D23-43E7-BBA7-9C1AF5E691F3}" type="pres">
      <dgm:prSet presAssocID="{14529B8B-91E9-4A9D-B057-C03CA7BACDDF}" presName="root2" presStyleCnt="0"/>
      <dgm:spPr/>
    </dgm:pt>
    <dgm:pt modelId="{D537EEA6-333F-4607-8D4C-27D8177FA024}" type="pres">
      <dgm:prSet presAssocID="{14529B8B-91E9-4A9D-B057-C03CA7BACDDF}" presName="LevelTwoTextNode" presStyleLbl="node2" presStyleIdx="2" presStyleCnt="3">
        <dgm:presLayoutVars>
          <dgm:chPref val="3"/>
        </dgm:presLayoutVars>
      </dgm:prSet>
      <dgm:spPr/>
    </dgm:pt>
    <dgm:pt modelId="{41E9C558-9851-41E0-8F69-667AD03FBC19}" type="pres">
      <dgm:prSet presAssocID="{14529B8B-91E9-4A9D-B057-C03CA7BACDDF}" presName="level3hierChild" presStyleCnt="0"/>
      <dgm:spPr/>
    </dgm:pt>
    <dgm:pt modelId="{F6CF5BCD-89BD-471B-BB1A-99551CD861A2}" type="pres">
      <dgm:prSet presAssocID="{400467E5-D3F6-4591-8B6F-5BB0E62CE777}" presName="conn2-1" presStyleLbl="parChTrans1D3" presStyleIdx="1" presStyleCnt="2"/>
      <dgm:spPr/>
    </dgm:pt>
    <dgm:pt modelId="{24C652CC-42B5-4A47-B00E-82BAEE59EF92}" type="pres">
      <dgm:prSet presAssocID="{400467E5-D3F6-4591-8B6F-5BB0E62CE777}" presName="connTx" presStyleLbl="parChTrans1D3" presStyleIdx="1" presStyleCnt="2"/>
      <dgm:spPr/>
    </dgm:pt>
    <dgm:pt modelId="{DEFD4264-D0AA-4692-B4AC-C8AC417EA801}" type="pres">
      <dgm:prSet presAssocID="{04C6E54C-84D6-42B6-8CAE-4108D613BF2C}" presName="root2" presStyleCnt="0"/>
      <dgm:spPr/>
    </dgm:pt>
    <dgm:pt modelId="{76D5EC91-A692-4116-9380-CC7F36465DCF}" type="pres">
      <dgm:prSet presAssocID="{04C6E54C-84D6-42B6-8CAE-4108D613BF2C}" presName="LevelTwoTextNode" presStyleLbl="node3" presStyleIdx="1" presStyleCnt="2">
        <dgm:presLayoutVars>
          <dgm:chPref val="3"/>
        </dgm:presLayoutVars>
      </dgm:prSet>
      <dgm:spPr/>
    </dgm:pt>
    <dgm:pt modelId="{DA12DC81-B290-4B72-9D88-167027AEE52A}" type="pres">
      <dgm:prSet presAssocID="{04C6E54C-84D6-42B6-8CAE-4108D613BF2C}" presName="level3hierChild" presStyleCnt="0"/>
      <dgm:spPr/>
    </dgm:pt>
  </dgm:ptLst>
  <dgm:cxnLst>
    <dgm:cxn modelId="{3188C404-15B8-444D-81A8-55A13AA3AC0A}" type="presOf" srcId="{2D270B63-2505-4BF1-B7EB-4E8C279EC367}" destId="{F634C5AC-95E1-4922-8E5A-6AB1DD6540A4}" srcOrd="1" destOrd="0" presId="urn:microsoft.com/office/officeart/2005/8/layout/hierarchy2"/>
    <dgm:cxn modelId="{3824E404-57DA-40D3-BAA9-1AB1D589A2E6}" srcId="{F267BAEF-4CF4-4603-AD66-9EE9BAE4468F}" destId="{14529B8B-91E9-4A9D-B057-C03CA7BACDDF}" srcOrd="2" destOrd="0" parTransId="{DB4643EC-BC9D-4D31-AA4B-4F51CDF7AE42}" sibTransId="{1B6039DB-5217-4792-AB1B-D3084E487F90}"/>
    <dgm:cxn modelId="{1C82BB06-D321-4A9B-A16D-47FF7C1A2F11}" type="presOf" srcId="{E6BA2376-7A4A-4A4E-BCA9-1B04C2CBD2F6}" destId="{189A3AC1-F829-4111-8CE5-983D6C065EAE}" srcOrd="0" destOrd="0" presId="urn:microsoft.com/office/officeart/2005/8/layout/hierarchy2"/>
    <dgm:cxn modelId="{89019C17-3E68-47B1-876B-747E057F26FF}" type="presOf" srcId="{1C0ADFA6-18C4-41AD-B8AD-46963E3E882F}" destId="{481D4D39-6891-4857-A3C3-10D49502686F}" srcOrd="0" destOrd="0" presId="urn:microsoft.com/office/officeart/2005/8/layout/hierarchy2"/>
    <dgm:cxn modelId="{AD18B217-013A-4BC1-8581-BB2EAF807BD6}" type="presOf" srcId="{04C6E54C-84D6-42B6-8CAE-4108D613BF2C}" destId="{76D5EC91-A692-4116-9380-CC7F36465DCF}" srcOrd="0" destOrd="0" presId="urn:microsoft.com/office/officeart/2005/8/layout/hierarchy2"/>
    <dgm:cxn modelId="{824A635C-9959-445E-A456-4642216773E4}" type="presOf" srcId="{E848FE74-CBCA-4927-87AD-0E3BED46E35A}" destId="{E305B146-A0A3-4E24-90BA-B75B060C428D}" srcOrd="0" destOrd="0" presId="urn:microsoft.com/office/officeart/2005/8/layout/hierarchy2"/>
    <dgm:cxn modelId="{EC83AC5F-6CE7-4540-BB14-B2203BF6A38A}" type="presOf" srcId="{14529B8B-91E9-4A9D-B057-C03CA7BACDDF}" destId="{D537EEA6-333F-4607-8D4C-27D8177FA024}" srcOrd="0" destOrd="0" presId="urn:microsoft.com/office/officeart/2005/8/layout/hierarchy2"/>
    <dgm:cxn modelId="{9FD0C641-4A9A-4230-938E-1AC9BA2FE4F0}" srcId="{40A2EDF9-C4BE-42EA-945E-0E45577BF0FC}" destId="{F267BAEF-4CF4-4603-AD66-9EE9BAE4468F}" srcOrd="0" destOrd="0" parTransId="{47E0423B-DAB1-43D7-B7F7-632EC0FFE9AB}" sibTransId="{2E2BBB9F-5170-432C-8CF3-B9D70FDEB5A5}"/>
    <dgm:cxn modelId="{8D2DE561-E379-4BC8-8294-A0905800C9EB}" type="presOf" srcId="{4E1813F2-62EC-4490-BE29-8B2FEC53B9F1}" destId="{B9892779-6294-4E0A-A377-C049540707B8}" srcOrd="0" destOrd="0" presId="urn:microsoft.com/office/officeart/2005/8/layout/hierarchy2"/>
    <dgm:cxn modelId="{2DE38944-A8E7-4F89-9163-B31E13962913}" type="presOf" srcId="{3A6B2787-109D-4A43-A975-911A044998A3}" destId="{FAF29FC6-D98B-43FC-A661-3D459D97AE71}" srcOrd="0" destOrd="0" presId="urn:microsoft.com/office/officeart/2005/8/layout/hierarchy2"/>
    <dgm:cxn modelId="{A8B92166-21F5-41BE-8CF7-B213F3715E12}" type="presOf" srcId="{E6BA2376-7A4A-4A4E-BCA9-1B04C2CBD2F6}" destId="{42108A43-97A2-4815-BABC-1C160734EA0D}" srcOrd="1" destOrd="0" presId="urn:microsoft.com/office/officeart/2005/8/layout/hierarchy2"/>
    <dgm:cxn modelId="{3E26E053-6302-491F-867A-7950B80F26EF}" type="presOf" srcId="{E848FE74-CBCA-4927-87AD-0E3BED46E35A}" destId="{8E89286E-E403-487F-A47D-2416BBFB50B6}" srcOrd="1" destOrd="0" presId="urn:microsoft.com/office/officeart/2005/8/layout/hierarchy2"/>
    <dgm:cxn modelId="{C3DA5579-03AF-4772-99E3-05B2BD75AE1C}" type="presOf" srcId="{2D270B63-2505-4BF1-B7EB-4E8C279EC367}" destId="{C5669E2B-8131-48CA-AAFA-F46FC322662D}" srcOrd="0" destOrd="0" presId="urn:microsoft.com/office/officeart/2005/8/layout/hierarchy2"/>
    <dgm:cxn modelId="{F2B83182-88B1-4801-9A59-7DFB0D505E5C}" type="presOf" srcId="{13BDF383-7925-4A62-A8CF-C935E242BBA8}" destId="{DFCF4A94-99A7-4E4D-9DAD-8E09AB7480CA}" srcOrd="0" destOrd="0" presId="urn:microsoft.com/office/officeart/2005/8/layout/hierarchy2"/>
    <dgm:cxn modelId="{E7387585-A11D-4107-8400-8FA2BF84EB82}" type="presOf" srcId="{400467E5-D3F6-4591-8B6F-5BB0E62CE777}" destId="{24C652CC-42B5-4A47-B00E-82BAEE59EF92}" srcOrd="1" destOrd="0" presId="urn:microsoft.com/office/officeart/2005/8/layout/hierarchy2"/>
    <dgm:cxn modelId="{B459BD85-2927-4A02-BC1F-A78E14FA3D27}" type="presOf" srcId="{400467E5-D3F6-4591-8B6F-5BB0E62CE777}" destId="{F6CF5BCD-89BD-471B-BB1A-99551CD861A2}" srcOrd="0" destOrd="0" presId="urn:microsoft.com/office/officeart/2005/8/layout/hierarchy2"/>
    <dgm:cxn modelId="{FF9D2099-81AF-47AB-BE71-4E9291298D02}" type="presOf" srcId="{DB4643EC-BC9D-4D31-AA4B-4F51CDF7AE42}" destId="{55837A74-DBBB-48DA-96B4-F0181DE7CF7E}" srcOrd="1" destOrd="0" presId="urn:microsoft.com/office/officeart/2005/8/layout/hierarchy2"/>
    <dgm:cxn modelId="{3CFBA59E-2A5C-4F92-A677-412D864542B0}" srcId="{13BDF383-7925-4A62-A8CF-C935E242BBA8}" destId="{1C0ADFA6-18C4-41AD-B8AD-46963E3E882F}" srcOrd="0" destOrd="0" parTransId="{E6BA2376-7A4A-4A4E-BCA9-1B04C2CBD2F6}" sibTransId="{770772C1-BF8A-4A8D-9E49-C325481E3D38}"/>
    <dgm:cxn modelId="{7074FCAB-ECD7-4B12-83D0-30102903BD50}" type="presOf" srcId="{F267BAEF-4CF4-4603-AD66-9EE9BAE4468F}" destId="{574E7B81-EBB1-4D3F-B906-689C616DC51C}" srcOrd="0" destOrd="0" presId="urn:microsoft.com/office/officeart/2005/8/layout/hierarchy2"/>
    <dgm:cxn modelId="{EB9854B7-FC01-4362-9CE3-47704DD3BEE8}" type="presOf" srcId="{40A2EDF9-C4BE-42EA-945E-0E45577BF0FC}" destId="{AD481C6E-A5C3-4E09-803F-FF17518F828D}" srcOrd="0" destOrd="0" presId="urn:microsoft.com/office/officeart/2005/8/layout/hierarchy2"/>
    <dgm:cxn modelId="{ECB8F8BA-8704-4E07-900D-2EFB27F39083}" type="presOf" srcId="{967A0D1E-6A52-493F-9859-EC1295F7BF5A}" destId="{671C6C03-6B35-4D0A-9D29-5BE86BEE1487}" srcOrd="1" destOrd="0" presId="urn:microsoft.com/office/officeart/2005/8/layout/hierarchy2"/>
    <dgm:cxn modelId="{DD55C4BB-BC82-4A2E-83DA-F3E0D938376F}" srcId="{F267BAEF-4CF4-4603-AD66-9EE9BAE4468F}" destId="{4E1813F2-62EC-4490-BE29-8B2FEC53B9F1}" srcOrd="0" destOrd="0" parTransId="{2D270B63-2505-4BF1-B7EB-4E8C279EC367}" sibTransId="{A92789BC-CFEA-4647-BEC6-43DFBB9D77F5}"/>
    <dgm:cxn modelId="{947895C4-21EB-4A09-96B8-84E94F9A5F6E}" type="presOf" srcId="{967A0D1E-6A52-493F-9859-EC1295F7BF5A}" destId="{015F6163-1962-40DE-B1C2-9673EFFF0466}" srcOrd="0" destOrd="0" presId="urn:microsoft.com/office/officeart/2005/8/layout/hierarchy2"/>
    <dgm:cxn modelId="{AE9AA9D5-A5C3-465B-8752-CB4C049C1C04}" type="presOf" srcId="{DB4643EC-BC9D-4D31-AA4B-4F51CDF7AE42}" destId="{2D2649BC-0317-48E1-9E7C-EB2944C244CD}" srcOrd="0" destOrd="0" presId="urn:microsoft.com/office/officeart/2005/8/layout/hierarchy2"/>
    <dgm:cxn modelId="{3D5EF4E7-7D7A-47FC-ADA0-C1E6CB1D6B87}" srcId="{F267BAEF-4CF4-4603-AD66-9EE9BAE4468F}" destId="{3A6B2787-109D-4A43-A975-911A044998A3}" srcOrd="1" destOrd="0" parTransId="{967A0D1E-6A52-493F-9859-EC1295F7BF5A}" sibTransId="{3086C8C6-2FFC-4327-9A49-FA04774CE60B}"/>
    <dgm:cxn modelId="{6CC920F3-C3F9-405A-976F-0B2819EF2980}" srcId="{3A6B2787-109D-4A43-A975-911A044998A3}" destId="{13BDF383-7925-4A62-A8CF-C935E242BBA8}" srcOrd="0" destOrd="0" parTransId="{E848FE74-CBCA-4927-87AD-0E3BED46E35A}" sibTransId="{118C3208-01DE-407E-B42B-68AFFE93377A}"/>
    <dgm:cxn modelId="{F7FF5AFF-B100-4DFC-9470-6B87C3565517}" srcId="{14529B8B-91E9-4A9D-B057-C03CA7BACDDF}" destId="{04C6E54C-84D6-42B6-8CAE-4108D613BF2C}" srcOrd="0" destOrd="0" parTransId="{400467E5-D3F6-4591-8B6F-5BB0E62CE777}" sibTransId="{71F952DB-E820-4302-87AC-A5343C004850}"/>
    <dgm:cxn modelId="{AA22845C-1B97-4D83-B39A-D02D4DDAAB5A}" type="presParOf" srcId="{AD481C6E-A5C3-4E09-803F-FF17518F828D}" destId="{95F962CF-1E4C-4B93-BC13-B3A110316386}" srcOrd="0" destOrd="0" presId="urn:microsoft.com/office/officeart/2005/8/layout/hierarchy2"/>
    <dgm:cxn modelId="{7AECF407-994C-49BB-A401-B0E3E1558B54}" type="presParOf" srcId="{95F962CF-1E4C-4B93-BC13-B3A110316386}" destId="{574E7B81-EBB1-4D3F-B906-689C616DC51C}" srcOrd="0" destOrd="0" presId="urn:microsoft.com/office/officeart/2005/8/layout/hierarchy2"/>
    <dgm:cxn modelId="{703227FA-C93B-4199-9E38-F668B8B064A1}" type="presParOf" srcId="{95F962CF-1E4C-4B93-BC13-B3A110316386}" destId="{5B6A2033-D307-4953-B11F-588F746DC7B6}" srcOrd="1" destOrd="0" presId="urn:microsoft.com/office/officeart/2005/8/layout/hierarchy2"/>
    <dgm:cxn modelId="{552C15E9-631D-4203-9301-9129AFF72ED9}" type="presParOf" srcId="{5B6A2033-D307-4953-B11F-588F746DC7B6}" destId="{C5669E2B-8131-48CA-AAFA-F46FC322662D}" srcOrd="0" destOrd="0" presId="urn:microsoft.com/office/officeart/2005/8/layout/hierarchy2"/>
    <dgm:cxn modelId="{BF9CC16F-9C38-42EC-8633-F262EA19C549}" type="presParOf" srcId="{C5669E2B-8131-48CA-AAFA-F46FC322662D}" destId="{F634C5AC-95E1-4922-8E5A-6AB1DD6540A4}" srcOrd="0" destOrd="0" presId="urn:microsoft.com/office/officeart/2005/8/layout/hierarchy2"/>
    <dgm:cxn modelId="{7BD9DF5E-A7FF-477F-B02E-8DA1371B524E}" type="presParOf" srcId="{5B6A2033-D307-4953-B11F-588F746DC7B6}" destId="{52EAFF02-4F46-467F-9395-E3F83E95483B}" srcOrd="1" destOrd="0" presId="urn:microsoft.com/office/officeart/2005/8/layout/hierarchy2"/>
    <dgm:cxn modelId="{54BB2EB4-B550-4700-83F7-3727F268332C}" type="presParOf" srcId="{52EAFF02-4F46-467F-9395-E3F83E95483B}" destId="{B9892779-6294-4E0A-A377-C049540707B8}" srcOrd="0" destOrd="0" presId="urn:microsoft.com/office/officeart/2005/8/layout/hierarchy2"/>
    <dgm:cxn modelId="{9C56CDE4-1532-4E51-9824-7D0D4A1613D1}" type="presParOf" srcId="{52EAFF02-4F46-467F-9395-E3F83E95483B}" destId="{546854ED-357C-4E92-8325-42A9D0B03B44}" srcOrd="1" destOrd="0" presId="urn:microsoft.com/office/officeart/2005/8/layout/hierarchy2"/>
    <dgm:cxn modelId="{F3BD3045-D1FF-47C5-8A53-C7D1151A2FB9}" type="presParOf" srcId="{5B6A2033-D307-4953-B11F-588F746DC7B6}" destId="{015F6163-1962-40DE-B1C2-9673EFFF0466}" srcOrd="2" destOrd="0" presId="urn:microsoft.com/office/officeart/2005/8/layout/hierarchy2"/>
    <dgm:cxn modelId="{EC827C4F-1DD9-44EA-B4BB-4E733F55C696}" type="presParOf" srcId="{015F6163-1962-40DE-B1C2-9673EFFF0466}" destId="{671C6C03-6B35-4D0A-9D29-5BE86BEE1487}" srcOrd="0" destOrd="0" presId="urn:microsoft.com/office/officeart/2005/8/layout/hierarchy2"/>
    <dgm:cxn modelId="{D26EF14D-50B3-4F89-B36F-2C7AFABA5537}" type="presParOf" srcId="{5B6A2033-D307-4953-B11F-588F746DC7B6}" destId="{A89E7409-7175-492A-A778-DB5B966F286C}" srcOrd="3" destOrd="0" presId="urn:microsoft.com/office/officeart/2005/8/layout/hierarchy2"/>
    <dgm:cxn modelId="{0F9DBEF9-F5CB-4364-8D3B-A12996E82AEC}" type="presParOf" srcId="{A89E7409-7175-492A-A778-DB5B966F286C}" destId="{FAF29FC6-D98B-43FC-A661-3D459D97AE71}" srcOrd="0" destOrd="0" presId="urn:microsoft.com/office/officeart/2005/8/layout/hierarchy2"/>
    <dgm:cxn modelId="{44C233DA-CD51-4EDD-88D8-83AAD55EE7A1}" type="presParOf" srcId="{A89E7409-7175-492A-A778-DB5B966F286C}" destId="{389ADB5E-58C0-474C-89D3-349D77AF444D}" srcOrd="1" destOrd="0" presId="urn:microsoft.com/office/officeart/2005/8/layout/hierarchy2"/>
    <dgm:cxn modelId="{C098C24F-68BD-4BE4-8FCF-558538B1E5FC}" type="presParOf" srcId="{389ADB5E-58C0-474C-89D3-349D77AF444D}" destId="{E305B146-A0A3-4E24-90BA-B75B060C428D}" srcOrd="0" destOrd="0" presId="urn:microsoft.com/office/officeart/2005/8/layout/hierarchy2"/>
    <dgm:cxn modelId="{13260744-E98C-4EE7-9A82-4664304AF90D}" type="presParOf" srcId="{E305B146-A0A3-4E24-90BA-B75B060C428D}" destId="{8E89286E-E403-487F-A47D-2416BBFB50B6}" srcOrd="0" destOrd="0" presId="urn:microsoft.com/office/officeart/2005/8/layout/hierarchy2"/>
    <dgm:cxn modelId="{DA3016CF-514B-4F17-92BC-BF4278FFF9E5}" type="presParOf" srcId="{389ADB5E-58C0-474C-89D3-349D77AF444D}" destId="{7D023A3A-D627-4526-BC60-3E20B1D8CE4B}" srcOrd="1" destOrd="0" presId="urn:microsoft.com/office/officeart/2005/8/layout/hierarchy2"/>
    <dgm:cxn modelId="{A1EA84AC-42C4-483A-BF41-B5EFF534B988}" type="presParOf" srcId="{7D023A3A-D627-4526-BC60-3E20B1D8CE4B}" destId="{DFCF4A94-99A7-4E4D-9DAD-8E09AB7480CA}" srcOrd="0" destOrd="0" presId="urn:microsoft.com/office/officeart/2005/8/layout/hierarchy2"/>
    <dgm:cxn modelId="{6E7B0804-90F0-4002-9CC7-F6E97AC7241C}" type="presParOf" srcId="{7D023A3A-D627-4526-BC60-3E20B1D8CE4B}" destId="{BAA9F208-EE65-4D11-B037-F6CB681273CA}" srcOrd="1" destOrd="0" presId="urn:microsoft.com/office/officeart/2005/8/layout/hierarchy2"/>
    <dgm:cxn modelId="{395C57F9-49A0-45CB-8091-9E310B84930F}" type="presParOf" srcId="{BAA9F208-EE65-4D11-B037-F6CB681273CA}" destId="{189A3AC1-F829-4111-8CE5-983D6C065EAE}" srcOrd="0" destOrd="0" presId="urn:microsoft.com/office/officeart/2005/8/layout/hierarchy2"/>
    <dgm:cxn modelId="{A82AF95C-CB8A-4C50-857A-C2022DEF7233}" type="presParOf" srcId="{189A3AC1-F829-4111-8CE5-983D6C065EAE}" destId="{42108A43-97A2-4815-BABC-1C160734EA0D}" srcOrd="0" destOrd="0" presId="urn:microsoft.com/office/officeart/2005/8/layout/hierarchy2"/>
    <dgm:cxn modelId="{171A92F4-D58D-4D4A-AFF8-1FC4A56E2875}" type="presParOf" srcId="{BAA9F208-EE65-4D11-B037-F6CB681273CA}" destId="{AAE51B33-44A6-4B3C-9D2E-BBE2333D0BE0}" srcOrd="1" destOrd="0" presId="urn:microsoft.com/office/officeart/2005/8/layout/hierarchy2"/>
    <dgm:cxn modelId="{2AFB20B3-6F7F-4EEB-8860-E287319AEA51}" type="presParOf" srcId="{AAE51B33-44A6-4B3C-9D2E-BBE2333D0BE0}" destId="{481D4D39-6891-4857-A3C3-10D49502686F}" srcOrd="0" destOrd="0" presId="urn:microsoft.com/office/officeart/2005/8/layout/hierarchy2"/>
    <dgm:cxn modelId="{A69E1A69-86C9-4814-85BF-3959F36027A4}" type="presParOf" srcId="{AAE51B33-44A6-4B3C-9D2E-BBE2333D0BE0}" destId="{813438EE-5BF4-497F-929F-2902A689348E}" srcOrd="1" destOrd="0" presId="urn:microsoft.com/office/officeart/2005/8/layout/hierarchy2"/>
    <dgm:cxn modelId="{67494C65-05D4-46A1-8AFE-187DA4B85E60}" type="presParOf" srcId="{5B6A2033-D307-4953-B11F-588F746DC7B6}" destId="{2D2649BC-0317-48E1-9E7C-EB2944C244CD}" srcOrd="4" destOrd="0" presId="urn:microsoft.com/office/officeart/2005/8/layout/hierarchy2"/>
    <dgm:cxn modelId="{3CC4FEB3-F70E-498B-933A-2D5955155561}" type="presParOf" srcId="{2D2649BC-0317-48E1-9E7C-EB2944C244CD}" destId="{55837A74-DBBB-48DA-96B4-F0181DE7CF7E}" srcOrd="0" destOrd="0" presId="urn:microsoft.com/office/officeart/2005/8/layout/hierarchy2"/>
    <dgm:cxn modelId="{016B4AC9-255E-4773-A54C-3BDB4C546051}" type="presParOf" srcId="{5B6A2033-D307-4953-B11F-588F746DC7B6}" destId="{D03B1BCC-2D23-43E7-BBA7-9C1AF5E691F3}" srcOrd="5" destOrd="0" presId="urn:microsoft.com/office/officeart/2005/8/layout/hierarchy2"/>
    <dgm:cxn modelId="{3CBB2CC5-7815-4678-B422-4875284DC368}" type="presParOf" srcId="{D03B1BCC-2D23-43E7-BBA7-9C1AF5E691F3}" destId="{D537EEA6-333F-4607-8D4C-27D8177FA024}" srcOrd="0" destOrd="0" presId="urn:microsoft.com/office/officeart/2005/8/layout/hierarchy2"/>
    <dgm:cxn modelId="{ABD3B7D3-9B7C-47C7-B8A2-9207CA62EF20}" type="presParOf" srcId="{D03B1BCC-2D23-43E7-BBA7-9C1AF5E691F3}" destId="{41E9C558-9851-41E0-8F69-667AD03FBC19}" srcOrd="1" destOrd="0" presId="urn:microsoft.com/office/officeart/2005/8/layout/hierarchy2"/>
    <dgm:cxn modelId="{0491174A-B0C2-4870-86C0-18822949C873}" type="presParOf" srcId="{41E9C558-9851-41E0-8F69-667AD03FBC19}" destId="{F6CF5BCD-89BD-471B-BB1A-99551CD861A2}" srcOrd="0" destOrd="0" presId="urn:microsoft.com/office/officeart/2005/8/layout/hierarchy2"/>
    <dgm:cxn modelId="{7BC24F6D-7339-419D-A93A-0D0805644011}" type="presParOf" srcId="{F6CF5BCD-89BD-471B-BB1A-99551CD861A2}" destId="{24C652CC-42B5-4A47-B00E-82BAEE59EF92}" srcOrd="0" destOrd="0" presId="urn:microsoft.com/office/officeart/2005/8/layout/hierarchy2"/>
    <dgm:cxn modelId="{7C1C7981-D4EF-4A4A-8B12-2278CEC19750}" type="presParOf" srcId="{41E9C558-9851-41E0-8F69-667AD03FBC19}" destId="{DEFD4264-D0AA-4692-B4AC-C8AC417EA801}" srcOrd="1" destOrd="0" presId="urn:microsoft.com/office/officeart/2005/8/layout/hierarchy2"/>
    <dgm:cxn modelId="{ABDB4652-E00C-4881-8C00-1649A6608D4A}" type="presParOf" srcId="{DEFD4264-D0AA-4692-B4AC-C8AC417EA801}" destId="{76D5EC91-A692-4116-9380-CC7F36465DCF}" srcOrd="0" destOrd="0" presId="urn:microsoft.com/office/officeart/2005/8/layout/hierarchy2"/>
    <dgm:cxn modelId="{42427A2B-AEDE-4D9F-AD47-C1F8A4CC64CF}" type="presParOf" srcId="{DEFD4264-D0AA-4692-B4AC-C8AC417EA801}" destId="{DA12DC81-B290-4B72-9D88-167027AEE52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4E7B81-EBB1-4D3F-B906-689C616DC51C}">
      <dsp:nvSpPr>
        <dsp:cNvPr id="0" name=""/>
        <dsp:cNvSpPr/>
      </dsp:nvSpPr>
      <dsp:spPr>
        <a:xfrm>
          <a:off x="3118" y="2499570"/>
          <a:ext cx="1951809" cy="975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/>
            <a:t>自我介紹</a:t>
          </a:r>
        </a:p>
      </dsp:txBody>
      <dsp:txXfrm>
        <a:off x="31701" y="2528153"/>
        <a:ext cx="1894643" cy="918738"/>
      </dsp:txXfrm>
    </dsp:sp>
    <dsp:sp modelId="{C5669E2B-8131-48CA-AAFA-F46FC322662D}">
      <dsp:nvSpPr>
        <dsp:cNvPr id="0" name=""/>
        <dsp:cNvSpPr/>
      </dsp:nvSpPr>
      <dsp:spPr>
        <a:xfrm rot="18289469">
          <a:off x="1661720" y="2411678"/>
          <a:ext cx="1367137" cy="29399"/>
        </a:xfrm>
        <a:custGeom>
          <a:avLst/>
          <a:gdLst/>
          <a:ahLst/>
          <a:cxnLst/>
          <a:rect l="0" t="0" r="0" b="0"/>
          <a:pathLst>
            <a:path>
              <a:moveTo>
                <a:pt x="0" y="14699"/>
              </a:moveTo>
              <a:lnTo>
                <a:pt x="1367137" y="1469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2311111" y="2392199"/>
        <a:ext cx="68356" cy="68356"/>
      </dsp:txXfrm>
    </dsp:sp>
    <dsp:sp modelId="{B9892779-6294-4E0A-A377-C049540707B8}">
      <dsp:nvSpPr>
        <dsp:cNvPr id="0" name=""/>
        <dsp:cNvSpPr/>
      </dsp:nvSpPr>
      <dsp:spPr>
        <a:xfrm>
          <a:off x="2735651" y="1377280"/>
          <a:ext cx="1951809" cy="975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/>
            <a:t>習慣用的軟體</a:t>
          </a:r>
        </a:p>
      </dsp:txBody>
      <dsp:txXfrm>
        <a:off x="2764234" y="1405863"/>
        <a:ext cx="1894643" cy="918738"/>
      </dsp:txXfrm>
    </dsp:sp>
    <dsp:sp modelId="{015F6163-1962-40DE-B1C2-9673EFFF0466}">
      <dsp:nvSpPr>
        <dsp:cNvPr id="0" name=""/>
        <dsp:cNvSpPr/>
      </dsp:nvSpPr>
      <dsp:spPr>
        <a:xfrm>
          <a:off x="1954927" y="2972823"/>
          <a:ext cx="780723" cy="29399"/>
        </a:xfrm>
        <a:custGeom>
          <a:avLst/>
          <a:gdLst/>
          <a:ahLst/>
          <a:cxnLst/>
          <a:rect l="0" t="0" r="0" b="0"/>
          <a:pathLst>
            <a:path>
              <a:moveTo>
                <a:pt x="0" y="14699"/>
              </a:moveTo>
              <a:lnTo>
                <a:pt x="780723" y="1469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2325771" y="2968004"/>
        <a:ext cx="39036" cy="39036"/>
      </dsp:txXfrm>
    </dsp:sp>
    <dsp:sp modelId="{FAF29FC6-D98B-43FC-A661-3D459D97AE71}">
      <dsp:nvSpPr>
        <dsp:cNvPr id="0" name=""/>
        <dsp:cNvSpPr/>
      </dsp:nvSpPr>
      <dsp:spPr>
        <a:xfrm>
          <a:off x="2735651" y="2499570"/>
          <a:ext cx="1951809" cy="975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kern="1200" dirty="0"/>
            <a:t>3D</a:t>
          </a:r>
          <a:r>
            <a:rPr lang="zh-TW" altLang="en-US" sz="2400" kern="1200" dirty="0"/>
            <a:t>區</a:t>
          </a:r>
        </a:p>
      </dsp:txBody>
      <dsp:txXfrm>
        <a:off x="2764234" y="2528153"/>
        <a:ext cx="1894643" cy="918738"/>
      </dsp:txXfrm>
    </dsp:sp>
    <dsp:sp modelId="{E305B146-A0A3-4E24-90BA-B75B060C428D}">
      <dsp:nvSpPr>
        <dsp:cNvPr id="0" name=""/>
        <dsp:cNvSpPr/>
      </dsp:nvSpPr>
      <dsp:spPr>
        <a:xfrm>
          <a:off x="4687461" y="2972823"/>
          <a:ext cx="780723" cy="29399"/>
        </a:xfrm>
        <a:custGeom>
          <a:avLst/>
          <a:gdLst/>
          <a:ahLst/>
          <a:cxnLst/>
          <a:rect l="0" t="0" r="0" b="0"/>
          <a:pathLst>
            <a:path>
              <a:moveTo>
                <a:pt x="0" y="14699"/>
              </a:moveTo>
              <a:lnTo>
                <a:pt x="780723" y="1469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5058304" y="2968004"/>
        <a:ext cx="39036" cy="39036"/>
      </dsp:txXfrm>
    </dsp:sp>
    <dsp:sp modelId="{DFCF4A94-99A7-4E4D-9DAD-8E09AB7480CA}">
      <dsp:nvSpPr>
        <dsp:cNvPr id="0" name=""/>
        <dsp:cNvSpPr/>
      </dsp:nvSpPr>
      <dsp:spPr>
        <a:xfrm>
          <a:off x="5468184" y="2499570"/>
          <a:ext cx="1951809" cy="975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kern="1200" dirty="0"/>
            <a:t>Maya</a:t>
          </a:r>
          <a:r>
            <a:rPr lang="zh-TW" altLang="en-US" sz="2400" kern="1200" dirty="0"/>
            <a:t>，</a:t>
          </a:r>
          <a:r>
            <a:rPr lang="en-US" altLang="zh-TW" sz="2400" kern="1200" dirty="0"/>
            <a:t>blander</a:t>
          </a:r>
          <a:endParaRPr lang="zh-TW" altLang="en-US" sz="2400" kern="1200" dirty="0"/>
        </a:p>
      </dsp:txBody>
      <dsp:txXfrm>
        <a:off x="5496767" y="2528153"/>
        <a:ext cx="1894643" cy="918738"/>
      </dsp:txXfrm>
    </dsp:sp>
    <dsp:sp modelId="{189A3AC1-F829-4111-8CE5-983D6C065EAE}">
      <dsp:nvSpPr>
        <dsp:cNvPr id="0" name=""/>
        <dsp:cNvSpPr/>
      </dsp:nvSpPr>
      <dsp:spPr>
        <a:xfrm>
          <a:off x="7419994" y="2972823"/>
          <a:ext cx="780723" cy="29399"/>
        </a:xfrm>
        <a:custGeom>
          <a:avLst/>
          <a:gdLst/>
          <a:ahLst/>
          <a:cxnLst/>
          <a:rect l="0" t="0" r="0" b="0"/>
          <a:pathLst>
            <a:path>
              <a:moveTo>
                <a:pt x="0" y="14699"/>
              </a:moveTo>
              <a:lnTo>
                <a:pt x="780723" y="1469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7790838" y="2968004"/>
        <a:ext cx="39036" cy="39036"/>
      </dsp:txXfrm>
    </dsp:sp>
    <dsp:sp modelId="{481D4D39-6891-4857-A3C3-10D49502686F}">
      <dsp:nvSpPr>
        <dsp:cNvPr id="0" name=""/>
        <dsp:cNvSpPr/>
      </dsp:nvSpPr>
      <dsp:spPr>
        <a:xfrm>
          <a:off x="8200718" y="2499570"/>
          <a:ext cx="1951809" cy="975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/>
            <a:t>作品集</a:t>
          </a:r>
        </a:p>
      </dsp:txBody>
      <dsp:txXfrm>
        <a:off x="8229301" y="2528153"/>
        <a:ext cx="1894643" cy="918738"/>
      </dsp:txXfrm>
    </dsp:sp>
    <dsp:sp modelId="{2D2649BC-0317-48E1-9E7C-EB2944C244CD}">
      <dsp:nvSpPr>
        <dsp:cNvPr id="0" name=""/>
        <dsp:cNvSpPr/>
      </dsp:nvSpPr>
      <dsp:spPr>
        <a:xfrm rot="3310531">
          <a:off x="1661720" y="3533968"/>
          <a:ext cx="1367137" cy="29399"/>
        </a:xfrm>
        <a:custGeom>
          <a:avLst/>
          <a:gdLst/>
          <a:ahLst/>
          <a:cxnLst/>
          <a:rect l="0" t="0" r="0" b="0"/>
          <a:pathLst>
            <a:path>
              <a:moveTo>
                <a:pt x="0" y="14699"/>
              </a:moveTo>
              <a:lnTo>
                <a:pt x="1367137" y="1469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2311111" y="3514489"/>
        <a:ext cx="68356" cy="68356"/>
      </dsp:txXfrm>
    </dsp:sp>
    <dsp:sp modelId="{D537EEA6-333F-4607-8D4C-27D8177FA024}">
      <dsp:nvSpPr>
        <dsp:cNvPr id="0" name=""/>
        <dsp:cNvSpPr/>
      </dsp:nvSpPr>
      <dsp:spPr>
        <a:xfrm>
          <a:off x="2735651" y="3621861"/>
          <a:ext cx="1951809" cy="975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/>
            <a:t>修圖或者影片</a:t>
          </a:r>
        </a:p>
      </dsp:txBody>
      <dsp:txXfrm>
        <a:off x="2764234" y="3650444"/>
        <a:ext cx="1894643" cy="918738"/>
      </dsp:txXfrm>
    </dsp:sp>
    <dsp:sp modelId="{F6CF5BCD-89BD-471B-BB1A-99551CD861A2}">
      <dsp:nvSpPr>
        <dsp:cNvPr id="0" name=""/>
        <dsp:cNvSpPr/>
      </dsp:nvSpPr>
      <dsp:spPr>
        <a:xfrm>
          <a:off x="4687461" y="4095113"/>
          <a:ext cx="780723" cy="29399"/>
        </a:xfrm>
        <a:custGeom>
          <a:avLst/>
          <a:gdLst/>
          <a:ahLst/>
          <a:cxnLst/>
          <a:rect l="0" t="0" r="0" b="0"/>
          <a:pathLst>
            <a:path>
              <a:moveTo>
                <a:pt x="0" y="14699"/>
              </a:moveTo>
              <a:lnTo>
                <a:pt x="780723" y="1469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5058304" y="4090295"/>
        <a:ext cx="39036" cy="39036"/>
      </dsp:txXfrm>
    </dsp:sp>
    <dsp:sp modelId="{76D5EC91-A692-4116-9380-CC7F36465DCF}">
      <dsp:nvSpPr>
        <dsp:cNvPr id="0" name=""/>
        <dsp:cNvSpPr/>
      </dsp:nvSpPr>
      <dsp:spPr>
        <a:xfrm>
          <a:off x="5468184" y="3621861"/>
          <a:ext cx="1951809" cy="975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kern="1200" dirty="0"/>
            <a:t>Adobe </a:t>
          </a:r>
          <a:r>
            <a:rPr lang="en-US" altLang="zh-TW" sz="2400" kern="1200" dirty="0" err="1"/>
            <a:t>ps</a:t>
          </a:r>
          <a:r>
            <a:rPr lang="zh-TW" altLang="en-US" sz="2400" kern="1200" dirty="0"/>
            <a:t>、</a:t>
          </a:r>
          <a:r>
            <a:rPr lang="en-US" altLang="zh-TW" sz="2400" kern="1200" dirty="0"/>
            <a:t>ai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kern="1200" dirty="0"/>
            <a:t>、</a:t>
          </a:r>
          <a:r>
            <a:rPr lang="en-US" altLang="zh-TW" sz="2400" kern="1200" dirty="0"/>
            <a:t>ae</a:t>
          </a:r>
          <a:endParaRPr lang="zh-TW" altLang="en-US" sz="2400" kern="1200" dirty="0"/>
        </a:p>
      </dsp:txBody>
      <dsp:txXfrm>
        <a:off x="5496767" y="3650444"/>
        <a:ext cx="1894643" cy="9187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0DAC-ABC7-46A2-99F6-23AA0D53ADD3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F18A-9621-4216-82BF-732510C5512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76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0DAC-ABC7-46A2-99F6-23AA0D53ADD3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F18A-9621-4216-82BF-732510C55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2161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0DAC-ABC7-46A2-99F6-23AA0D53ADD3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F18A-9621-4216-82BF-732510C5512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571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0DAC-ABC7-46A2-99F6-23AA0D53ADD3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F18A-9621-4216-82BF-732510C55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7965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0DAC-ABC7-46A2-99F6-23AA0D53ADD3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F18A-9621-4216-82BF-732510C55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3055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0DAC-ABC7-46A2-99F6-23AA0D53ADD3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F18A-9621-4216-82BF-732510C55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5699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0DAC-ABC7-46A2-99F6-23AA0D53ADD3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F18A-9621-4216-82BF-732510C55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584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50B0DAC-ABC7-46A2-99F6-23AA0D53ADD3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8AF18A-9621-4216-82BF-732510C55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8333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0DAC-ABC7-46A2-99F6-23AA0D53ADD3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F18A-9621-4216-82BF-732510C55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0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0DAC-ABC7-46A2-99F6-23AA0D53ADD3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F18A-9621-4216-82BF-732510C55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346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0DAC-ABC7-46A2-99F6-23AA0D53ADD3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F18A-9621-4216-82BF-732510C551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1922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50B0DAC-ABC7-46A2-99F6-23AA0D53ADD3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C8AF18A-9621-4216-82BF-732510C5512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0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A462A-1567-13E8-1722-9572F7389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98" y="1085141"/>
            <a:ext cx="9483852" cy="3255264"/>
          </a:xfrm>
        </p:spPr>
        <p:txBody>
          <a:bodyPr/>
          <a:lstStyle/>
          <a:p>
            <a:pPr lvl="0" algn="ctr"/>
            <a:r>
              <a:rPr lang="zh-TW" altLang="en-US" dirty="0"/>
              <a:t>自我介紹的網站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3B2F7A-46B2-C2AE-4F0D-93FF4656F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914856"/>
            <a:ext cx="7315200" cy="914400"/>
          </a:xfrm>
        </p:spPr>
        <p:txBody>
          <a:bodyPr>
            <a:normAutofit/>
          </a:bodyPr>
          <a:lstStyle/>
          <a:p>
            <a:r>
              <a:rPr lang="zh-TW" altLang="en-US" sz="4000" b="1" i="0" dirty="0">
                <a:solidFill>
                  <a:srgbClr val="B22222"/>
                </a:solidFill>
                <a:effectLst/>
                <a:latin typeface="Helvetica Neue"/>
              </a:rPr>
              <a:t>期末的網頁設計企劃書</a:t>
            </a:r>
            <a:endParaRPr lang="zh-TW" altLang="en-US" sz="40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6745D7-FD7E-9AB5-AD3A-4A0F5DD44BC7}"/>
              </a:ext>
            </a:extLst>
          </p:cNvPr>
          <p:cNvSpPr/>
          <p:nvPr/>
        </p:nvSpPr>
        <p:spPr>
          <a:xfrm>
            <a:off x="9228908" y="5440681"/>
            <a:ext cx="2318657" cy="9144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41132239</a:t>
            </a:r>
            <a:r>
              <a:rPr lang="zh-TW" altLang="en-US" dirty="0"/>
              <a:t>劉光展</a:t>
            </a:r>
          </a:p>
        </p:txBody>
      </p:sp>
    </p:spTree>
    <p:extLst>
      <p:ext uri="{BB962C8B-B14F-4D97-AF65-F5344CB8AC3E}">
        <p14:creationId xmlns:p14="http://schemas.microsoft.com/office/powerpoint/2010/main" val="38626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資料庫圖表 1">
            <a:extLst>
              <a:ext uri="{FF2B5EF4-FFF2-40B4-BE49-F238E27FC236}">
                <a16:creationId xmlns:a16="http://schemas.microsoft.com/office/drawing/2014/main" id="{CB4F1230-887E-0B2A-55EC-A8C8A154A6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7714054"/>
              </p:ext>
            </p:extLst>
          </p:nvPr>
        </p:nvGraphicFramePr>
        <p:xfrm>
          <a:off x="869406" y="352698"/>
          <a:ext cx="10155646" cy="5975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8861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19AEA7D8-6E78-B398-5C99-A1BEFB40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37754"/>
            <a:ext cx="10058400" cy="702303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dirty="0"/>
              <a:t>製作心得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95664B8-36FA-D284-587D-B8069800D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3550"/>
            <a:ext cx="10058400" cy="4135544"/>
          </a:xfrm>
        </p:spPr>
        <p:txBody>
          <a:bodyPr/>
          <a:lstStyle/>
          <a:p>
            <a:r>
              <a:rPr lang="zh-TW" altLang="en-US" dirty="0"/>
              <a:t>在製作的時候都感覺特別難，因為只要看那些字就覺得眼花撩亂，所以就去</a:t>
            </a:r>
            <a:r>
              <a:rPr lang="en-US" altLang="zh-TW" dirty="0"/>
              <a:t>Google</a:t>
            </a:r>
            <a:r>
              <a:rPr lang="zh-TW" altLang="en-US" dirty="0"/>
              <a:t>找一個影片看要怎麼做，雖然我有些是照著他上面做，可是明明一樣的東西他感覺輕輕鬆鬆就做出來了，到我的時候我就算在怎麼修整就是越改越亂又或者是直接跑不動，所以就叫了</a:t>
            </a:r>
            <a:r>
              <a:rPr lang="en-US" altLang="zh-TW" dirty="0"/>
              <a:t>GPT</a:t>
            </a:r>
            <a:r>
              <a:rPr lang="zh-TW" altLang="en-US" dirty="0"/>
              <a:t>來修改了。</a:t>
            </a:r>
            <a:endParaRPr lang="en-US" altLang="zh-TW" dirty="0"/>
          </a:p>
          <a:p>
            <a:r>
              <a:rPr lang="zh-TW" altLang="en-US" dirty="0"/>
              <a:t>這個網站是我之前也有做一個網站修改的，但那個不太好看所以我就叫</a:t>
            </a:r>
            <a:r>
              <a:rPr lang="en-US" altLang="zh-TW" dirty="0"/>
              <a:t>GPT</a:t>
            </a:r>
            <a:r>
              <a:rPr lang="zh-TW" altLang="en-US" dirty="0"/>
              <a:t>來修改一下。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809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35F24E-C7E9-42EF-BE25-373F0C5CA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203" y="378373"/>
            <a:ext cx="5809594" cy="807194"/>
          </a:xfrm>
        </p:spPr>
        <p:txBody>
          <a:bodyPr/>
          <a:lstStyle/>
          <a:p>
            <a:r>
              <a:rPr lang="zh-TW" altLang="en-US" sz="4800" dirty="0"/>
              <a:t>為甚麼要做這個網站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9EB6A3-C498-468D-8BA6-783ACB21F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我覺得之後要投履歷時可以使用這個網站來做一個簡單的自我介紹，讓面試官可以看到之前所做的作品和會哪些程式，</a:t>
            </a:r>
          </a:p>
        </p:txBody>
      </p:sp>
    </p:spTree>
    <p:extLst>
      <p:ext uri="{BB962C8B-B14F-4D97-AF65-F5344CB8AC3E}">
        <p14:creationId xmlns:p14="http://schemas.microsoft.com/office/powerpoint/2010/main" val="3421226279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163</TotalTime>
  <Words>181</Words>
  <Application>Microsoft Office PowerPoint</Application>
  <PresentationFormat>寬螢幕</PresentationFormat>
  <Paragraphs>16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Helvetica Neue</vt:lpstr>
      <vt:lpstr>Calibri</vt:lpstr>
      <vt:lpstr>Calibri Light</vt:lpstr>
      <vt:lpstr>回顧</vt:lpstr>
      <vt:lpstr>自我介紹的網站</vt:lpstr>
      <vt:lpstr>PowerPoint 簡報</vt:lpstr>
      <vt:lpstr>製作心得</vt:lpstr>
      <vt:lpstr>為甚麼要做這個網站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自我介紹的網站</dc:title>
  <dc:creator>456123</dc:creator>
  <cp:lastModifiedBy>USER</cp:lastModifiedBy>
  <cp:revision>16</cp:revision>
  <dcterms:created xsi:type="dcterms:W3CDTF">2024-11-29T12:47:55Z</dcterms:created>
  <dcterms:modified xsi:type="dcterms:W3CDTF">2026-01-05T03:09:10Z</dcterms:modified>
</cp:coreProperties>
</file>